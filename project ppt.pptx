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6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B708E-1CEF-4995-95E8-81D291D71A06}" v="28" dt="2026-03-23T10:41:51.659"/>
    <p1510:client id="{CAF697B2-BAC8-4F13-BB8A-83774D7D6F47}" v="17" dt="2026-03-24T07:08:12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gatika Tripathy" userId="db9b47f387bc6122" providerId="LiveId" clId="{3084EAAB-8496-4708-8247-489465BFA9EB}"/>
    <pc:docChg chg="undo custSel addSld modSld sldOrd">
      <pc:chgData name="Swagatika Tripathy" userId="db9b47f387bc6122" providerId="LiveId" clId="{3084EAAB-8496-4708-8247-489465BFA9EB}" dt="2026-03-24T07:41:41.918" v="461" actId="478"/>
      <pc:docMkLst>
        <pc:docMk/>
      </pc:docMkLst>
      <pc:sldChg chg="addSp delSp modSp mod">
        <pc:chgData name="Swagatika Tripathy" userId="db9b47f387bc6122" providerId="LiveId" clId="{3084EAAB-8496-4708-8247-489465BFA9EB}" dt="2026-03-24T07:08:15.279" v="446" actId="20577"/>
        <pc:sldMkLst>
          <pc:docMk/>
          <pc:sldMk cId="1731516304" sldId="258"/>
        </pc:sldMkLst>
        <pc:spChg chg="add del mod">
          <ac:chgData name="Swagatika Tripathy" userId="db9b47f387bc6122" providerId="LiveId" clId="{3084EAAB-8496-4708-8247-489465BFA9EB}" dt="2026-03-24T07:08:12.471" v="441" actId="14100"/>
          <ac:spMkLst>
            <pc:docMk/>
            <pc:sldMk cId="1731516304" sldId="258"/>
            <ac:spMk id="2" creationId="{70A2FA0C-2E51-DFC7-8B33-DF5C7A618D75}"/>
          </ac:spMkLst>
        </pc:spChg>
        <pc:spChg chg="add mod">
          <ac:chgData name="Swagatika Tripathy" userId="db9b47f387bc6122" providerId="LiveId" clId="{3084EAAB-8496-4708-8247-489465BFA9EB}" dt="2026-03-24T07:06:48.609" v="409" actId="14100"/>
          <ac:spMkLst>
            <pc:docMk/>
            <pc:sldMk cId="1731516304" sldId="258"/>
            <ac:spMk id="3" creationId="{20B71333-E835-7DEF-B920-02F131B1ED9E}"/>
          </ac:spMkLst>
        </pc:spChg>
        <pc:spChg chg="add mod">
          <ac:chgData name="Swagatika Tripathy" userId="db9b47f387bc6122" providerId="LiveId" clId="{3084EAAB-8496-4708-8247-489465BFA9EB}" dt="2026-03-24T07:08:10.747" v="439"/>
          <ac:spMkLst>
            <pc:docMk/>
            <pc:sldMk cId="1731516304" sldId="258"/>
            <ac:spMk id="4" creationId="{3A54741B-FBC1-4405-4247-BC84CB188C06}"/>
          </ac:spMkLst>
        </pc:spChg>
        <pc:spChg chg="mod">
          <ac:chgData name="Swagatika Tripathy" userId="db9b47f387bc6122" providerId="LiveId" clId="{3084EAAB-8496-4708-8247-489465BFA9EB}" dt="2026-03-24T07:08:15.279" v="446" actId="20577"/>
          <ac:spMkLst>
            <pc:docMk/>
            <pc:sldMk cId="1731516304" sldId="258"/>
            <ac:spMk id="7" creationId="{9454A852-DB8E-638B-81B1-B6A7A1A4BE6C}"/>
          </ac:spMkLst>
        </pc:spChg>
        <pc:spChg chg="mod">
          <ac:chgData name="Swagatika Tripathy" userId="db9b47f387bc6122" providerId="LiveId" clId="{3084EAAB-8496-4708-8247-489465BFA9EB}" dt="2026-03-24T07:02:02.436" v="296" actId="1038"/>
          <ac:spMkLst>
            <pc:docMk/>
            <pc:sldMk cId="1731516304" sldId="258"/>
            <ac:spMk id="9" creationId="{AEB3BB14-0890-07AE-69AD-5EC27854E233}"/>
          </ac:spMkLst>
        </pc:spChg>
        <pc:spChg chg="mod">
          <ac:chgData name="Swagatika Tripathy" userId="db9b47f387bc6122" providerId="LiveId" clId="{3084EAAB-8496-4708-8247-489465BFA9EB}" dt="2026-03-24T07:06:46.369" v="401" actId="1076"/>
          <ac:spMkLst>
            <pc:docMk/>
            <pc:sldMk cId="1731516304" sldId="258"/>
            <ac:spMk id="10" creationId="{DE9AE96B-99CB-4677-36BA-0AD591B92B26}"/>
          </ac:spMkLst>
        </pc:spChg>
        <pc:spChg chg="mod">
          <ac:chgData name="Swagatika Tripathy" userId="db9b47f387bc6122" providerId="LiveId" clId="{3084EAAB-8496-4708-8247-489465BFA9EB}" dt="2026-03-24T07:01:45.241" v="249" actId="20577"/>
          <ac:spMkLst>
            <pc:docMk/>
            <pc:sldMk cId="1731516304" sldId="258"/>
            <ac:spMk id="13" creationId="{40CE101B-40D7-2466-BBB9-78ADA311DA7E}"/>
          </ac:spMkLst>
        </pc:spChg>
      </pc:sldChg>
      <pc:sldChg chg="modSp mod">
        <pc:chgData name="Swagatika Tripathy" userId="db9b47f387bc6122" providerId="LiveId" clId="{3084EAAB-8496-4708-8247-489465BFA9EB}" dt="2026-03-24T07:21:06.287" v="457" actId="1076"/>
        <pc:sldMkLst>
          <pc:docMk/>
          <pc:sldMk cId="2521331839" sldId="261"/>
        </pc:sldMkLst>
        <pc:spChg chg="mod">
          <ac:chgData name="Swagatika Tripathy" userId="db9b47f387bc6122" providerId="LiveId" clId="{3084EAAB-8496-4708-8247-489465BFA9EB}" dt="2026-03-24T07:20:50.260" v="456" actId="20577"/>
          <ac:spMkLst>
            <pc:docMk/>
            <pc:sldMk cId="2521331839" sldId="261"/>
            <ac:spMk id="4" creationId="{D9BE227F-99A5-59DA-CE52-B7BD0CAB940E}"/>
          </ac:spMkLst>
        </pc:spChg>
        <pc:picChg chg="mod">
          <ac:chgData name="Swagatika Tripathy" userId="db9b47f387bc6122" providerId="LiveId" clId="{3084EAAB-8496-4708-8247-489465BFA9EB}" dt="2026-03-24T07:21:06.287" v="457" actId="1076"/>
          <ac:picMkLst>
            <pc:docMk/>
            <pc:sldMk cId="2521331839" sldId="261"/>
            <ac:picMk id="7" creationId="{F86265E7-C6C2-5783-192E-1394EEBCA221}"/>
          </ac:picMkLst>
        </pc:picChg>
      </pc:sldChg>
      <pc:sldChg chg="modSp mod">
        <pc:chgData name="Swagatika Tripathy" userId="db9b47f387bc6122" providerId="LiveId" clId="{3084EAAB-8496-4708-8247-489465BFA9EB}" dt="2026-03-24T07:21:20.157" v="458" actId="1076"/>
        <pc:sldMkLst>
          <pc:docMk/>
          <pc:sldMk cId="4101976661" sldId="262"/>
        </pc:sldMkLst>
        <pc:picChg chg="mod">
          <ac:chgData name="Swagatika Tripathy" userId="db9b47f387bc6122" providerId="LiveId" clId="{3084EAAB-8496-4708-8247-489465BFA9EB}" dt="2026-03-24T07:21:20.157" v="458" actId="1076"/>
          <ac:picMkLst>
            <pc:docMk/>
            <pc:sldMk cId="4101976661" sldId="262"/>
            <ac:picMk id="7" creationId="{0AFEBAD7-E0C6-C677-1A8F-F9CDBE75E2AA}"/>
          </ac:picMkLst>
        </pc:picChg>
      </pc:sldChg>
      <pc:sldChg chg="modSp mod">
        <pc:chgData name="Swagatika Tripathy" userId="db9b47f387bc6122" providerId="LiveId" clId="{3084EAAB-8496-4708-8247-489465BFA9EB}" dt="2026-03-24T05:52:08.194" v="190" actId="14100"/>
        <pc:sldMkLst>
          <pc:docMk/>
          <pc:sldMk cId="4273173827" sldId="265"/>
        </pc:sldMkLst>
        <pc:spChg chg="mod">
          <ac:chgData name="Swagatika Tripathy" userId="db9b47f387bc6122" providerId="LiveId" clId="{3084EAAB-8496-4708-8247-489465BFA9EB}" dt="2026-03-24T05:49:35.747" v="172" actId="20577"/>
          <ac:spMkLst>
            <pc:docMk/>
            <pc:sldMk cId="4273173827" sldId="265"/>
            <ac:spMk id="9" creationId="{E44ED08F-A931-8C0E-4FEE-D361E6567D6A}"/>
          </ac:spMkLst>
        </pc:spChg>
        <pc:spChg chg="mod">
          <ac:chgData name="Swagatika Tripathy" userId="db9b47f387bc6122" providerId="LiveId" clId="{3084EAAB-8496-4708-8247-489465BFA9EB}" dt="2026-03-24T05:51:31.326" v="187" actId="20577"/>
          <ac:spMkLst>
            <pc:docMk/>
            <pc:sldMk cId="4273173827" sldId="265"/>
            <ac:spMk id="12" creationId="{5BF0428C-90D7-A3DF-F96D-C24661F5C7B5}"/>
          </ac:spMkLst>
        </pc:spChg>
        <pc:spChg chg="mod">
          <ac:chgData name="Swagatika Tripathy" userId="db9b47f387bc6122" providerId="LiveId" clId="{3084EAAB-8496-4708-8247-489465BFA9EB}" dt="2026-03-24T05:52:08.194" v="190" actId="14100"/>
          <ac:spMkLst>
            <pc:docMk/>
            <pc:sldMk cId="4273173827" sldId="265"/>
            <ac:spMk id="14" creationId="{CE6B8BDF-C659-06C4-E812-6AFBEACEFA1C}"/>
          </ac:spMkLst>
        </pc:spChg>
      </pc:sldChg>
      <pc:sldChg chg="addSp delSp modSp new mod ord">
        <pc:chgData name="Swagatika Tripathy" userId="db9b47f387bc6122" providerId="LiveId" clId="{3084EAAB-8496-4708-8247-489465BFA9EB}" dt="2026-03-24T07:41:41.918" v="461" actId="478"/>
        <pc:sldMkLst>
          <pc:docMk/>
          <pc:sldMk cId="1771802201" sldId="266"/>
        </pc:sldMkLst>
        <pc:spChg chg="add mod">
          <ac:chgData name="Swagatika Tripathy" userId="db9b47f387bc6122" providerId="LiveId" clId="{3084EAAB-8496-4708-8247-489465BFA9EB}" dt="2026-03-24T06:55:26.225" v="236" actId="6559"/>
          <ac:spMkLst>
            <pc:docMk/>
            <pc:sldMk cId="1771802201" sldId="266"/>
            <ac:spMk id="2" creationId="{CD67096D-8530-FA04-2941-25CAD99B8627}"/>
          </ac:spMkLst>
        </pc:spChg>
        <pc:picChg chg="add del mod">
          <ac:chgData name="Swagatika Tripathy" userId="db9b47f387bc6122" providerId="LiveId" clId="{3084EAAB-8496-4708-8247-489465BFA9EB}" dt="2026-03-24T07:41:41.918" v="461" actId="478"/>
          <ac:picMkLst>
            <pc:docMk/>
            <pc:sldMk cId="1771802201" sldId="266"/>
            <ac:picMk id="4" creationId="{7852A060-217A-A878-E700-C68D8E873C38}"/>
          </ac:picMkLst>
        </pc:picChg>
      </pc:sldChg>
      <pc:sldChg chg="addSp modSp new mod ord">
        <pc:chgData name="Swagatika Tripathy" userId="db9b47f387bc6122" providerId="LiveId" clId="{3084EAAB-8496-4708-8247-489465BFA9EB}" dt="2026-03-24T05:56:42.231" v="220" actId="20577"/>
        <pc:sldMkLst>
          <pc:docMk/>
          <pc:sldMk cId="3035616142" sldId="267"/>
        </pc:sldMkLst>
        <pc:spChg chg="add mod">
          <ac:chgData name="Swagatika Tripathy" userId="db9b47f387bc6122" providerId="LiveId" clId="{3084EAAB-8496-4708-8247-489465BFA9EB}" dt="2026-03-24T05:56:42.231" v="220" actId="20577"/>
          <ac:spMkLst>
            <pc:docMk/>
            <pc:sldMk cId="3035616142" sldId="267"/>
            <ac:spMk id="2" creationId="{43DEA9FA-4713-95F9-CA2A-C01450702C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70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90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96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07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60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42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4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50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6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97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7885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807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95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48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476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CD472-D6EC-44E3-86A7-E55DFF3B9B4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B63217-CAC4-4B97-BD63-4D42DD017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30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7D57-730F-F951-FB21-A98E1AF18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445" y="1327356"/>
            <a:ext cx="11003167" cy="2015612"/>
          </a:xfrm>
        </p:spPr>
        <p:txBody>
          <a:bodyPr>
            <a:normAutofit/>
          </a:bodyPr>
          <a:lstStyle/>
          <a:p>
            <a:r>
              <a:rPr lang="en-US" sz="4800" b="1" dirty="0"/>
              <a:t>AI Powered Learning Assistant 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53B18-B3D2-E4D6-1A0A-4CB8EB4306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Trident Academy of Technology</a:t>
            </a:r>
          </a:p>
          <a:p>
            <a:r>
              <a:rPr lang="en-US" b="1" dirty="0"/>
              <a:t> Guided By:- Dr. Sumati Baral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5892E-2BE2-645B-EA99-F96A939CB036}"/>
              </a:ext>
            </a:extLst>
          </p:cNvPr>
          <p:cNvSpPr txBox="1"/>
          <p:nvPr/>
        </p:nvSpPr>
        <p:spPr>
          <a:xfrm>
            <a:off x="7983794" y="5830529"/>
            <a:ext cx="338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By:- Group 11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949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54A852-DB8E-638B-81B1-B6A7A1A4BE6C}"/>
              </a:ext>
            </a:extLst>
          </p:cNvPr>
          <p:cNvSpPr txBox="1"/>
          <p:nvPr/>
        </p:nvSpPr>
        <p:spPr>
          <a:xfrm>
            <a:off x="1403093" y="493828"/>
            <a:ext cx="1126776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ritannic Bold" panose="020B0903060703020204" pitchFamily="34" charset="0"/>
              </a:rPr>
              <a:t>	  </a:t>
            </a:r>
            <a:r>
              <a:rPr lang="en-IN" sz="4000" dirty="0">
                <a:latin typeface="Britannic Bold" panose="020B0903060703020204" pitchFamily="34" charset="0"/>
              </a:rPr>
              <a:t>Project Statement &amp; Motivation</a:t>
            </a:r>
          </a:p>
          <a:p>
            <a:endParaRPr lang="en-IN" sz="4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       </a:t>
            </a:r>
            <a:r>
              <a:rPr lang="en-IN" sz="2000" dirty="0">
                <a:latin typeface="Book Antiqua" panose="02040602050305030304" pitchFamily="18" charset="0"/>
              </a:rPr>
              <a:t>AI-powered learning assistant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      Instant doubt solving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      Personalized study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      Adaptive quizzes for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      Learn anytime, anywhere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3BB14-0890-07AE-69AD-5EC27854E233}"/>
              </a:ext>
            </a:extLst>
          </p:cNvPr>
          <p:cNvSpPr txBox="1"/>
          <p:nvPr/>
        </p:nvSpPr>
        <p:spPr>
          <a:xfrm>
            <a:off x="7216868" y="1818968"/>
            <a:ext cx="49849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ook Antiqua" panose="0204060205030503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24/7 AI-based learning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Instant doubt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Personalized learning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Interactive &amp; engaging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 Better performance tracking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AE96B-99CB-4677-36BA-0AD591B92B26}"/>
              </a:ext>
            </a:extLst>
          </p:cNvPr>
          <p:cNvSpPr txBox="1"/>
          <p:nvPr/>
        </p:nvSpPr>
        <p:spPr>
          <a:xfrm>
            <a:off x="1160207" y="1376516"/>
            <a:ext cx="363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Problem:</a:t>
            </a:r>
            <a:endParaRPr lang="en-IN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E101B-40D7-2466-BBB9-78ADA311DA7E}"/>
              </a:ext>
            </a:extLst>
          </p:cNvPr>
          <p:cNvSpPr txBox="1"/>
          <p:nvPr/>
        </p:nvSpPr>
        <p:spPr>
          <a:xfrm>
            <a:off x="6794091" y="1376516"/>
            <a:ext cx="3755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Motivation: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3151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E3D254-1F19-DC7C-B188-C0FA7BA58409}"/>
              </a:ext>
            </a:extLst>
          </p:cNvPr>
          <p:cNvSpPr txBox="1"/>
          <p:nvPr/>
        </p:nvSpPr>
        <p:spPr>
          <a:xfrm>
            <a:off x="4041058" y="3757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ritannic Bold" panose="020B0903060703020204" pitchFamily="34" charset="0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C22A3-D5B9-C314-3C4E-B0F334EBA9A4}"/>
              </a:ext>
            </a:extLst>
          </p:cNvPr>
          <p:cNvSpPr txBox="1"/>
          <p:nvPr/>
        </p:nvSpPr>
        <p:spPr>
          <a:xfrm>
            <a:off x="227371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Personalized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Instant doubt solving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Adaptive 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Performance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Flexible learning</a:t>
            </a:r>
          </a:p>
        </p:txBody>
      </p:sp>
    </p:spTree>
    <p:extLst>
      <p:ext uri="{BB962C8B-B14F-4D97-AF65-F5344CB8AC3E}">
        <p14:creationId xmlns:p14="http://schemas.microsoft.com/office/powerpoint/2010/main" val="320016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BE227F-99A5-59DA-CE52-B7BD0CAB940E}"/>
              </a:ext>
            </a:extLst>
          </p:cNvPr>
          <p:cNvSpPr txBox="1"/>
          <p:nvPr/>
        </p:nvSpPr>
        <p:spPr>
          <a:xfrm>
            <a:off x="1151030" y="560110"/>
            <a:ext cx="8947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  Project Functionalities &amp; Features</a:t>
            </a:r>
            <a:endParaRPr lang="en-IN" sz="4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265E7-C6C2-5783-192E-1394EEBCA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494" y="1376515"/>
            <a:ext cx="8622891" cy="51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3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431676-B698-A4B7-EC4A-86B9BC65C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6" y="883368"/>
            <a:ext cx="8758630" cy="517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DBF03D-1AFC-452D-1E07-0476BC648E92}"/>
              </a:ext>
            </a:extLst>
          </p:cNvPr>
          <p:cNvSpPr txBox="1"/>
          <p:nvPr/>
        </p:nvSpPr>
        <p:spPr>
          <a:xfrm>
            <a:off x="3795252" y="24795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ritannic Bold" panose="020B0903060703020204" pitchFamily="34" charset="0"/>
              </a:rPr>
              <a:t>Methodologies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68B28-51DF-CF63-C4AF-F473D2FB2092}"/>
              </a:ext>
            </a:extLst>
          </p:cNvPr>
          <p:cNvSpPr txBox="1"/>
          <p:nvPr/>
        </p:nvSpPr>
        <p:spPr>
          <a:xfrm>
            <a:off x="2158333" y="2140714"/>
            <a:ext cx="73741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Collect user input (questions &amp; preferences)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Process data using AI (NLP techniques)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Generate responses using AI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Develop system (frontend + backend + database)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Test and improve system performance</a:t>
            </a:r>
          </a:p>
        </p:txBody>
      </p:sp>
    </p:spTree>
    <p:extLst>
      <p:ext uri="{BB962C8B-B14F-4D97-AF65-F5344CB8AC3E}">
        <p14:creationId xmlns:p14="http://schemas.microsoft.com/office/powerpoint/2010/main" val="272908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67096D-8530-FA04-2941-25CAD99B8627}"/>
              </a:ext>
            </a:extLst>
          </p:cNvPr>
          <p:cNvSpPr txBox="1"/>
          <p:nvPr/>
        </p:nvSpPr>
        <p:spPr>
          <a:xfrm>
            <a:off x="3482463" y="95538"/>
            <a:ext cx="38935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    </a:t>
            </a:r>
            <a:r>
              <a:rPr lang="en-US" sz="4800" b="1" spc="300" dirty="0">
                <a:latin typeface="Britannic Bold" panose="020B0903060703020204" pitchFamily="34" charset="0"/>
              </a:rPr>
              <a:t>Result</a:t>
            </a:r>
            <a:endParaRPr lang="en-IN" sz="4800" b="1" spc="300" dirty="0">
              <a:latin typeface="Britannic Bold" panose="020B09030607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827EB-256F-030B-C212-67A83AA1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5" y="1235478"/>
            <a:ext cx="4479215" cy="2367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385CD8-93DC-6854-C9C3-5195242E0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1217"/>
            <a:ext cx="4614862" cy="2566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34653A-B074-92E7-3CF2-0A1950BA9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281" y="3958889"/>
            <a:ext cx="5337938" cy="274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0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4ED08F-A931-8C0E-4FEE-D361E6567D6A}"/>
              </a:ext>
            </a:extLst>
          </p:cNvPr>
          <p:cNvSpPr txBox="1"/>
          <p:nvPr/>
        </p:nvSpPr>
        <p:spPr>
          <a:xfrm>
            <a:off x="1455174" y="168874"/>
            <a:ext cx="587969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Britannic Bold" panose="020B0903060703020204" pitchFamily="34" charset="0"/>
              </a:rPr>
              <a:t> </a:t>
            </a:r>
            <a:endParaRPr lang="en-IN" sz="4800" dirty="0">
              <a:latin typeface="Britannic Bold" panose="020B0903060703020204" pitchFamily="34" charset="0"/>
            </a:endParaRPr>
          </a:p>
          <a:p>
            <a:endParaRPr lang="en-IN" sz="5400" dirty="0">
              <a:latin typeface="Britannic Bold" panose="020B0903060703020204" pitchFamily="34" charset="0"/>
            </a:endParaRPr>
          </a:p>
          <a:p>
            <a:endParaRPr lang="en-IN" sz="5400" dirty="0">
              <a:latin typeface="Britannic Bold" panose="020B0903060703020204" pitchFamily="34" charset="0"/>
            </a:endParaRPr>
          </a:p>
          <a:p>
            <a:endParaRPr lang="en-IN" sz="5400" dirty="0">
              <a:latin typeface="Britannic Bold" panose="020B0903060703020204" pitchFamily="34" charset="0"/>
            </a:endParaRPr>
          </a:p>
          <a:p>
            <a:endParaRPr lang="en-IN" sz="4800" dirty="0">
              <a:latin typeface="Britannic Bold" panose="020B0903060703020204" pitchFamily="34" charset="0"/>
            </a:endParaRP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endParaRPr lang="en-IN" sz="2000" dirty="0"/>
          </a:p>
          <a:p>
            <a:endParaRPr lang="en-IN" sz="2000" dirty="0"/>
          </a:p>
          <a:p>
            <a:endParaRPr lang="en-IN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BF0428C-90D7-A3DF-F96D-C24661F5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74" y="476626"/>
            <a:ext cx="8911687" cy="128089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Britannic Bold" panose="020B0903060703020204" pitchFamily="34" charset="0"/>
              </a:rPr>
              <a:t>           Conclusion</a:t>
            </a:r>
            <a:endParaRPr lang="en-IN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6B8BDF-C659-06C4-E812-6AFBEACEFA1C}"/>
              </a:ext>
            </a:extLst>
          </p:cNvPr>
          <p:cNvSpPr txBox="1"/>
          <p:nvPr/>
        </p:nvSpPr>
        <p:spPr>
          <a:xfrm>
            <a:off x="2332075" y="2014384"/>
            <a:ext cx="6518787" cy="308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entury Gothic" panose="020B0502020202020204" pitchFamily="34" charset="0"/>
              </a:rPr>
              <a:t> </a:t>
            </a:r>
            <a:r>
              <a:rPr lang="en-IN" sz="2000" dirty="0">
                <a:latin typeface="Book Antiqua" panose="02040602050305030304" pitchFamily="18" charset="0"/>
              </a:rPr>
              <a:t>AI improves modern learning methods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Provides personalized learning experience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Enables instant doubt solving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Supports learning anytime, anywhere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 Enhances overall student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427317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DEA9FA-4713-95F9-CA2A-C01450702C48}"/>
              </a:ext>
            </a:extLst>
          </p:cNvPr>
          <p:cNvSpPr txBox="1"/>
          <p:nvPr/>
        </p:nvSpPr>
        <p:spPr>
          <a:xfrm>
            <a:off x="2369573" y="1769806"/>
            <a:ext cx="77281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Algerian" panose="04020705040A02060702" pitchFamily="82" charset="0"/>
              </a:rPr>
              <a:t> Thank You</a:t>
            </a:r>
            <a:endParaRPr lang="en-IN" sz="96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161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634</TotalTime>
  <Words>176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Book Antiqua</vt:lpstr>
      <vt:lpstr>Britannic Bold</vt:lpstr>
      <vt:lpstr>Century Gothic</vt:lpstr>
      <vt:lpstr>Wingdings 3</vt:lpstr>
      <vt:lpstr>Wisp</vt:lpstr>
      <vt:lpstr>AI Powered Learning Assistant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Deeptimyee Jena</dc:creator>
  <cp:lastModifiedBy>Ghanashyam Panda</cp:lastModifiedBy>
  <cp:revision>6</cp:revision>
  <dcterms:created xsi:type="dcterms:W3CDTF">2026-03-23T06:30:59Z</dcterms:created>
  <dcterms:modified xsi:type="dcterms:W3CDTF">2026-03-24T09:20:10Z</dcterms:modified>
</cp:coreProperties>
</file>